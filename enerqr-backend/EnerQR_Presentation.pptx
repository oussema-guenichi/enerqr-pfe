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EnerQR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Plateforme Intelligente de Gestion des Pompes à Chaleur</a:t>
            </a:r>
          </a:p>
          <a:p>
            <a:r>
              <a:t>Projet de Fin d'Études</a:t>
            </a:r>
          </a:p>
          <a:p>
            <a:r>
              <a:t>QR Code · Intelligence Artificielle · Maintenance Prédictive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Problématique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Défis actuels dans la maintenance des pompes à chaleur :</a:t>
            </a:r>
          </a:p>
          <a:p>
            <a:pPr lvl="1"/>
            <a:r>
              <a:t>Suivi manuel et inefficace de la maintenance.</a:t>
            </a:r>
          </a:p>
          <a:p>
            <a:pPr lvl="1"/>
            <a:r>
              <a:t>Absence de détection des anomalies en temps réel (surconsommation ignorée).</a:t>
            </a:r>
          </a:p>
          <a:p>
            <a:pPr lvl="1"/>
            <a:r>
              <a:t>Manque de visibilité pour le client sur son équipement et ses économies.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Solution : EnerQR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 écosystème numérique complet :</a:t>
            </a:r>
          </a:p>
          <a:p>
            <a:pPr lvl="1"/>
            <a:r>
              <a:t>Identification instantanée via Scan QR Code.</a:t>
            </a:r>
          </a:p>
          <a:p>
            <a:pPr lvl="1"/>
            <a:r>
              <a:t>Détection d'anomalies alimentée par l'Intelligence Artificielle.</a:t>
            </a:r>
          </a:p>
          <a:p>
            <a:pPr lvl="1"/>
            <a:r>
              <a:t>Tableaux de bord multi-rôles (Client, Technicien, Administrateur).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Globale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Architecture découplée en 3 couches :</a:t>
            </a:r>
          </a:p>
          <a:p>
            <a:pPr lvl="1"/>
            <a:r>
              <a:t>Backend (API REST) : FastAPI (Python), SQLAlchemy, SQLite.</a:t>
            </a:r>
          </a:p>
          <a:p>
            <a:pPr lvl="1"/>
            <a:r>
              <a:t>Frontend Web : React.js, Vite, Tailwind CSS (Design Glassmorphism).</a:t>
            </a:r>
          </a:p>
          <a:p>
            <a:pPr lvl="1"/>
            <a:r>
              <a:t>Application Mobile : Flutter (Dart).</a:t>
            </a:r>
          </a:p>
          <a:p>
            <a:pPr lvl="1"/>
            <a:r>
              <a:t>Modules IA : Intégration de modèles prédictifs et de LLM (Ollama).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Fonctionnalité Clé : Détection d'Anomalies par 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Système intelligent à 3 niveaux de gravité :</a:t>
            </a:r>
          </a:p>
          <a:p>
            <a:pPr lvl="1"/>
            <a:r>
              <a:t>Analyse du ratio de consommation (conso_avant vs conso_après).</a:t>
            </a:r>
          </a:p>
          <a:p>
            <a:pPr lvl="1"/>
            <a:r>
              <a:t>Génération automatique d'alertes en cas de surconsommation.</a:t>
            </a:r>
          </a:p>
          <a:p>
            <a:pPr lvl="1"/>
            <a:r>
              <a:t>Assignation intelligente avec Load Balancing vers le technicien le plus disponible.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Fonctionnalité Clé : Prédiction IA et Chatbot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Prédiction de Consommation :</a:t>
            </a:r>
          </a:p>
          <a:p>
            <a:pPr lvl="1"/>
            <a:r>
              <a:t>Algorithme saisonnier tenant compte de la zone climatique (H1, H2, H3).</a:t>
            </a:r>
          </a:p>
          <a:p>
            <a:pPr lvl="1"/>
            <a:r>
              <a:t>Prévisions sur 4 semaines (S+1 à S+4) avec visualisation dynamique (Recharts).</a:t>
            </a:r>
          </a:p>
          <a:p>
            <a:pPr>
              <a:defRPr b="1"/>
            </a:pPr>
            <a:r>
              <a:t>Assistant Virtuel :</a:t>
            </a:r>
          </a:p>
          <a:p>
            <a:pPr lvl="1"/>
            <a:r>
              <a:t>Chatbot intégré basé sur Ollama (Mistral LLM).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Mobile (Flutter)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maintenance à portée de main :</a:t>
            </a:r>
          </a:p>
          <a:p>
            <a:pPr lvl="1"/>
            <a:r>
              <a:t>Dashboard unifié multi-rôles (Admin, Tech, Client).</a:t>
            </a:r>
          </a:p>
          <a:p>
            <a:pPr lvl="1"/>
            <a:r>
              <a:t>Suivi des KPIs en temps réel pour le client (économies, consommation).</a:t>
            </a:r>
          </a:p>
          <a:p>
            <a:pPr lvl="1"/>
            <a:r>
              <a:t>Gestion du consentement RGPD dès la première connexion.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et Perspectives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Impact du projet :</a:t>
            </a:r>
          </a:p>
          <a:p>
            <a:pPr lvl="1"/>
            <a:r>
              <a:t>Digitalisation complète du cycle de vie de la pompe à chaleur.</a:t>
            </a:r>
          </a:p>
          <a:p>
            <a:pPr lvl="1"/>
            <a:r>
              <a:t>Amélioration de la réactivité technique grâce à l'IA.</a:t>
            </a:r>
          </a:p>
          <a:p>
            <a:pPr lvl="1"/>
            <a:r>
              <a:t>Perspectives : Intégration de capteurs IoT pour des données en temps réel, déploiement Cloud.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